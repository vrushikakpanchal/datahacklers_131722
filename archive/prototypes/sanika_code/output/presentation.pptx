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Overview of Data Roles and Responsibilities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using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Focuses on analyzing data to generate insights.</a:t>
            </a:r>
          </a:p>
          <a:p>
            <a:pPr/>
            <a:r>
              <a:t>Analyzes trends, creates visualizations, reports findings, and manages databases.</a:t>
            </a:r>
          </a:p>
          <a:p>
            <a:pPr/>
            <a:r>
              <a:t>Mainly works with historical data to inform business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Scientist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Extracts knowledge from structured and unstructured data, building predictive models.</a:t>
            </a:r>
          </a:p>
          <a:p>
            <a:pPr/>
            <a:r>
              <a:t>Handles large datasets with frameworks like Hadoop or Spark and provides forward-looking insights.</a:t>
            </a:r>
          </a:p>
          <a:p>
            <a:pPr/>
            <a:r>
              <a:t>Supports both analytics and operational needs with expertise in machine learning, statistics, and programming languages like Python or 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Designs, builds, and maintains data pipelines and infrastructure.</a:t>
            </a:r>
          </a:p>
          <a:p>
            <a:pPr/>
            <a:r>
              <a:t>Ensures data is collected, stored, and processed efficiently, supporting both analytics and operational needs.</a:t>
            </a:r>
          </a:p>
          <a:p>
            <a:pPr/>
            <a:r>
              <a:t>Supports both analytics and operational needs with expertise in databases, data warehousing, and data management tools like SQL, Excel, Tableau, or Power BI.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Guides data management teams on data management strategies, long-term data quality improvements, and data-oriented guidance.</a:t>
            </a:r>
          </a:p>
          <a:p>
            <a:pPr/>
            <a:r>
              <a:t>Manages long-term data quality improvements, coordinates data-oriented guidance across the organization.</a:t>
            </a:r>
          </a:p>
          <a:p>
            <a:pPr/>
            <a:r>
              <a:t>Supports data-driven decision-making and innovation with data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Officer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Ensures adherence to regulatory and internal policies, including GDPR, HIPAA, or industry-specific standards.</a:t>
            </a:r>
          </a:p>
          <a:p>
            <a:pPr/>
            <a:r>
              <a:t>Maintains data quality, privacy, security, and usability within the organization.</a:t>
            </a:r>
          </a:p>
          <a:p>
            <a:pPr/>
            <a:r>
              <a:t>Supports compliance by ensuring data security, privacy, and usability.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